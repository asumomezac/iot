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5f958edc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5f958edc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Buenos días. Les presento una solución pensada para familias ocupadas: un sistema que cuida las plantas de la casa y avisa a quien no puede estar ahí. No es solo tecnología: es tranquilidad.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5f958edc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5f958edc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 trabajas fuera o vives en otra ciudad, siempre hay esa pequeña voz: ‘¿estará bien la abuela y su jardín?’ Nuestro sistema elimina esa incertidumbre.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5f958edc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5f958edc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 vez de programar riegos fijos o depender del recuerdo, el sistema toma decisiones por datos reales. Se riega menos, mejor; y ustedes descansan.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5f958edce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5f958edce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Esto no es para ingenieros: es para la abuela y sus nietos. Los colores y notificaciones le dicen todo de un vistazo.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5f958edce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5f958edc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Esto no es para ingenieros: es para la abuela y sus nietos. Los colores y notificaciones le dicen todo de un vistazo.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5f958edc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5f958edc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duración exacta depende del clima y uso, y la revisión anual la maximiza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sensor capacitivo es anticorrosivo y aporta mayor durabilidad frente a sensores resistivos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5f958edc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5f958edc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 la abuela no quiere manejar el móvil, los nietos lo configuran una vez y listo. El control remoto y las alarmas hacen el resto.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5f958edc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5f958edc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Evitar inundaciones y peligros eléctricos es prioritario: el diseño usa aislamiento y reglas lógicas para prevenir incidentes.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5f958edce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5f958edce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5f958edc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5f958edc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* Costo: “Tenemos paquetes básicos y con instalación.”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* Luz/Wi-Fi: “El control local sigue funcionando y el sistema evita activar riego si falta el tanque.”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* Sensor: “El sensor capacitivo es anticorrosivo, por lo que reduce fallas comunes.”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5f958edce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5f958edc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5f958edc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5f958edc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5f958edc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5f958edc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Evitar inundaciones y peligros eléctricos es prioritario: el diseño usa aislamiento y reglas lógicas para prevenir incidentes.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Riego Inteligente “AFCS_Fito”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Tranquilidad para quien más te importa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Cuida el jardín de la abuela desde donde estés.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02125" y="2669350"/>
            <a:ext cx="6846000" cy="16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s-419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Ahorra agua y evita riegos olvidados.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s-419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Notificaciones al móvil cuando hace falta.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</a:pPr>
            <a:r>
              <a:rPr lang="es-419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Instalación simple, control remoto.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les preocupa a las familias?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8538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Olvidar regar y que las plantas se mueran.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Gasto de agua por riegos innecesarios.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Preocupación constante por personas mayores que cuidan el jardín.</a:t>
            </a:r>
            <a:endParaRPr sz="1600"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3063" y="2882950"/>
            <a:ext cx="4181475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Lo que hace nuestro sistema por usted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815400" y="2078875"/>
            <a:ext cx="4602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Riega solo cuando la planta lo necesita.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Envía alertas si falta agua o hay problemas.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Panel visual fácil: revisa todo desde internet.</a:t>
            </a:r>
            <a:endParaRPr sz="1600"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925" y="1853850"/>
            <a:ext cx="287655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Beneficios que importan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4005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Menos visitas al jardín: más tiempo para la familia.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Ahorro de agua (menos desperdicio).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Alarmas inmediatas: si el tanque está vacío o hay falla.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Indicadores claros (verde/amarillo/rojo) para saber el estado al instante.</a:t>
            </a:r>
            <a:endParaRPr sz="1600"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950" y="1853850"/>
            <a:ext cx="3838575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978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Probado y estable — pensado para no dar problemas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4005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Lecturas cada 15 minutos para decisiones precisas.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Respuesta rápida ante un umbral crítico (&lt; 2 s).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Operación continua sin reinicios durante pruebas.</a:t>
            </a:r>
            <a:endParaRPr sz="1600"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7150" y="2006250"/>
            <a:ext cx="3476625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¿Cuánto mantenimiento necesita?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-419" sz="1600"/>
              <a:t>Si eres ’</a:t>
            </a:r>
            <a:r>
              <a:rPr b="1" lang="es-419" sz="1600"/>
              <a:t>picky</a:t>
            </a:r>
            <a:r>
              <a:rPr b="1" lang="es-419" sz="1600"/>
              <a:t>’:</a:t>
            </a:r>
            <a:r>
              <a:rPr lang="es-419" sz="1600"/>
              <a:t> Diseñado para funcionar meses sin mantenimiento; una revisión anual extiende su vida útil”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-419" sz="1600"/>
              <a:t>Opción estándar:</a:t>
            </a:r>
            <a:r>
              <a:rPr lang="es-419" sz="1600"/>
              <a:t> Funciona 1–2 años sin mantenimiento frecuente; con revisión anual la vida útil aumenta.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-419" sz="1600"/>
              <a:t>Para los temerarios:</a:t>
            </a:r>
            <a:r>
              <a:rPr lang="es-419" sz="1600"/>
              <a:t> Componentes anticorrosivos y diseño robusto permiten varios años de operación con mantenimiento mínimo.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Simple para la abuela, cómodo para la familia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729450" y="2078875"/>
            <a:ext cx="4005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Se instala y se configura una vez.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Dashboard accesible desde el navegador en la casa.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Ajustes locales por Bluetooth (cambiar colores para accesibilidad).</a:t>
            </a:r>
            <a:endParaRPr sz="1600"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175" y="194710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Seguridad que da paz mental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729450" y="2078875"/>
            <a:ext cx="8015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Relés aislados eléctricamente (seguridad con las electroválvulas).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Sistema evita riegos si el tanque está vacío.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Bloqueo temporal tras riego manual para evitar errores y facilitar el mantenimiento.</a:t>
            </a:r>
            <a:endParaRPr sz="1600"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738" y="3045225"/>
            <a:ext cx="3500125" cy="19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Demo rápida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Preguntas frecuentes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729450" y="2078875"/>
            <a:ext cx="8015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¿Cuánto cuesta instalarlo?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¿Y si se va la luz o el Wi-Fi?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¿Cuánto dura el sensor?</a:t>
            </a:r>
            <a:endParaRPr sz="1600"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350" y="1853850"/>
            <a:ext cx="356235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¿Y si falla?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492750" y="2078875"/>
            <a:ext cx="5489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“¿Y si la abuela no entiende la app?” → No es necesario el manejo de la app, el sistema es autónomo. Pero puede ser checado de forma remota por otros miembros de la familia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“¿Cuánto mantenimiento?” → Revisión anual recomendada; diseño para minimizar intervenciones.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“¿Quién lo instala?” → Ofrecemos instalación y guía paso a paso.</a:t>
            </a:r>
            <a:endParaRPr sz="1600"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4600" y="1193325"/>
            <a:ext cx="213360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¿Listos para dejar de preocuparse?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492750" y="3857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“Más tiempo para la familia, menos preocupaciones por el jardín.”</a:t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492750" y="1441200"/>
            <a:ext cx="630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/>
              <a:t>Oferta de lanzamiento:</a:t>
            </a:r>
            <a:endParaRPr b="1" sz="18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Instalación + 6 meses de soporte.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Demo a domicilio / Pack de prueba 30 días.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600"/>
              <a:t>Contacto: +52 492 105 8459 / cuevassolisadrian@gmail.com</a:t>
            </a:r>
            <a:endParaRPr sz="1600"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7775" y="1572550"/>
            <a:ext cx="2037750" cy="1759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